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23" y="2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CAFB0-D260-3CCB-809B-14AB66DCB5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0F8822-3D74-9A80-4CC1-8C7E079441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56877-DB43-5CF7-D1FF-84E14AFE1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C120F-E9AA-4F6F-8D75-9687EBF1E06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1A8EF-3192-295E-BF60-EFA5F07AC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092B8B-8405-8833-6491-9FB1F3378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CBEB0-C491-4496-B9FF-6DC6DA401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179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1432B-5008-DF6A-C0A3-CA9396BD4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FA3AE-7E4C-B217-A2E6-464ADC07ED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D9DEC-258C-12E0-E469-0EB14CD80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C120F-E9AA-4F6F-8D75-9687EBF1E06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B04029-0831-0C6B-E7B6-373F83B8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44CF5D-DD93-DE1B-98AF-6E793AF51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CBEB0-C491-4496-B9FF-6DC6DA401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5707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A5286-32DE-EBDE-63B4-DB65BEAC9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E875A-8E79-936D-B609-3CB8223A50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542DD-537D-FEEF-605B-14A7515F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C120F-E9AA-4F6F-8D75-9687EBF1E06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97D8B-D007-1335-A300-12F743062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293C1-C084-DE54-AFA2-6D4746566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CBEB0-C491-4496-B9FF-6DC6DA401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013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74A56-48DF-CCE6-1431-D294BB752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BA896-D117-5809-BBD2-168AE3E63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E7C607-CBF1-592B-7CAA-0AC528DBDA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7EC78-5033-D717-A95E-015511A5B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C120F-E9AA-4F6F-8D75-9687EBF1E06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03AFD7-8BD3-231C-B503-5C36899E0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C9988B-B328-E703-5AA8-3309CFEB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CBEB0-C491-4496-B9FF-6DC6DA401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44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84F6-6CF8-4F13-C335-4885F1BFD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C12C5-D5CB-691B-FAC8-9B7BA7DF5D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F66672-55C8-3090-A143-A7C0FACBB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1B9EF8-CECB-FE2A-3337-87883E896E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DBA7BB-5628-6C5E-C433-B84706E37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50EE31-F7A0-EC69-E0ED-8BEBA1554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C120F-E9AA-4F6F-8D75-9687EBF1E06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BC3678-99CD-51C8-D91E-E0F443E00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B96EBC-2ABF-9446-E4CB-5817A529F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CBEB0-C491-4496-B9FF-6DC6DA401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5722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AF797-EE07-27BA-AA51-CE61FA70C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F25067-6D46-36BF-A4A6-223FB831E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C120F-E9AA-4F6F-8D75-9687EBF1E06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231AC4-32B0-5673-F1C2-A7333DAAD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3CC95A-6B56-49E4-13FF-242700CA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CBEB0-C491-4496-B9FF-6DC6DA401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000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F3E07B5-9917-3E14-EC65-877AF8D3C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C120F-E9AA-4F6F-8D75-9687EBF1E06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EA22D-BA5E-1315-0AE4-6116160B6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7F9D2-48FF-FEC2-B458-26F7DB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CBEB0-C491-4496-B9FF-6DC6DA401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55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E9D34-B93B-1624-97EC-4C5D9D2A7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ED8BB-B0DA-27B8-9520-74D138ABAD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B9C48-1B0E-7E1E-7249-DE4C1613AD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F9D83B-D8A3-AC8B-4809-61E4900A2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C120F-E9AA-4F6F-8D75-9687EBF1E06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F73B2-3595-4A8A-26A1-42FFA23B6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674FB-4115-47BE-F851-7069FA7E2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CBEB0-C491-4496-B9FF-6DC6DA401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8123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56EC4-FF17-89F8-14E3-92199451B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7F5B32-AAAD-7EA3-B801-A74402D12D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46A72-AEB9-A346-7857-9634DC67FF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8E95CE-8743-E5CE-18D6-614FE0B90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C120F-E9AA-4F6F-8D75-9687EBF1E06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45F782-E747-7CF8-5178-8EEE14757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5F7C8-FC08-2463-BCF6-9FE359ADA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CBEB0-C491-4496-B9FF-6DC6DA401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888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AE4A9-9136-4AE4-ECBD-2A80A9F7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96B9C8-ECA0-25AD-9CA0-D4B1E2443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8C7EBC-5F40-A715-C968-806F86A52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C120F-E9AA-4F6F-8D75-9687EBF1E06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5753F3-2AA4-F425-DF51-2A09E9A6D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A4145-1E2B-49D6-8556-8B800931E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CBEB0-C491-4496-B9FF-6DC6DA401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4400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2D5D69-332C-ADAD-357A-1CEAA11D40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61697F-C87A-9891-F085-6169D5F66E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D3A93-E3C0-9348-97D2-69EE9F183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C120F-E9AA-4F6F-8D75-9687EBF1E06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355AC-95E8-E413-346B-C5236CEFC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D60A05-972E-8788-7972-61E026B3E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7CBEB0-C491-4496-B9FF-6DC6DA401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516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8FB964-97D5-45E5-A71F-E2B97DF02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1FD5E-11DA-F21F-D793-574D5A644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1C2C46-3B14-397E-538E-2CD2438C1C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1C120F-E9AA-4F6F-8D75-9687EBF1E06F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53198-52CD-CA12-FCE7-1E3794847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C5A49D-8150-9AC9-8591-14E03080FA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7CBEB0-C491-4496-B9FF-6DC6DA4012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846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6EC73-13BF-AFF9-F784-4518D5BBD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85454"/>
          </a:xfrm>
        </p:spPr>
        <p:txBody>
          <a:bodyPr/>
          <a:lstStyle/>
          <a:p>
            <a:pPr algn="ctr"/>
            <a:r>
              <a:rPr lang="en-US" b="1" dirty="0"/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E997B-CA11-41AE-E9D2-8C74B5947D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373"/>
            <a:ext cx="10515600" cy="549964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Large Language Models (LLMs) are advanced AI models trained on massive text datasets. They can understand, generate, and reason with natural language, enabling chatbots, assistants, and complex text-driven applications.</a:t>
            </a:r>
          </a:p>
          <a:p>
            <a:endParaRPr lang="en-US" dirty="0"/>
          </a:p>
          <a:p>
            <a:pPr lvl="1"/>
            <a:r>
              <a:rPr lang="en-US" b="1" dirty="0"/>
              <a:t>Text Understanding: </a:t>
            </a:r>
            <a:r>
              <a:rPr lang="en-US" dirty="0"/>
              <a:t>Interpret and summarize input.</a:t>
            </a:r>
          </a:p>
          <a:p>
            <a:pPr lvl="1"/>
            <a:r>
              <a:rPr lang="en-US" b="1" dirty="0"/>
              <a:t>Text Generation: </a:t>
            </a:r>
            <a:r>
              <a:rPr lang="en-US" dirty="0"/>
              <a:t>Produce coherent, context-aware responses.</a:t>
            </a:r>
          </a:p>
          <a:p>
            <a:pPr lvl="1"/>
            <a:r>
              <a:rPr lang="en-US" b="1" dirty="0"/>
              <a:t>Reasoning: </a:t>
            </a:r>
            <a:r>
              <a:rPr lang="en-US" dirty="0"/>
              <a:t>Solve problems, write code, draft content.</a:t>
            </a:r>
          </a:p>
          <a:p>
            <a:pPr lvl="1"/>
            <a:r>
              <a:rPr lang="en-US" b="1" dirty="0"/>
              <a:t>Adaptability: </a:t>
            </a:r>
            <a:r>
              <a:rPr lang="en-US" dirty="0"/>
              <a:t>Can be fine-tuned for specialized domains (healthcare, law, etc.).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Do LLMs learn on their own?</a:t>
            </a:r>
          </a:p>
          <a:p>
            <a:pPr lvl="1"/>
            <a:r>
              <a:rPr lang="en-US" dirty="0"/>
              <a:t>No. Once trained, an LLM does not continue learning by </a:t>
            </a:r>
            <a:r>
              <a:rPr lang="en-US" dirty="0" err="1"/>
              <a:t>itself.It</a:t>
            </a:r>
            <a:r>
              <a:rPr lang="en-US" dirty="0"/>
              <a:t> does not update its knowledge from conversations.</a:t>
            </a:r>
          </a:p>
          <a:p>
            <a:pPr lvl="1"/>
            <a:r>
              <a:rPr lang="en-US" dirty="0"/>
              <a:t>To improve or “learn” new data, it requires:</a:t>
            </a:r>
          </a:p>
          <a:p>
            <a:pPr lvl="2"/>
            <a:r>
              <a:rPr lang="en-US" dirty="0"/>
              <a:t>Fine-tuning (additional training on curated data).</a:t>
            </a:r>
          </a:p>
          <a:p>
            <a:pPr lvl="2"/>
            <a:r>
              <a:rPr lang="en-US" dirty="0"/>
              <a:t>Retraining (on new datasets).</a:t>
            </a:r>
          </a:p>
          <a:p>
            <a:pPr lvl="2"/>
            <a:r>
              <a:rPr lang="en-US" dirty="0"/>
              <a:t>Reinforcement loops (explicitly designed by developers).Without these, the model’s knowledge remains static from the point of its last training.</a:t>
            </a:r>
          </a:p>
        </p:txBody>
      </p:sp>
    </p:spTree>
    <p:extLst>
      <p:ext uri="{BB962C8B-B14F-4D97-AF65-F5344CB8AC3E}">
        <p14:creationId xmlns:p14="http://schemas.microsoft.com/office/powerpoint/2010/main" val="3988912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0E8CE-6ADF-2942-12DE-BD8C57C27F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4304" y="171177"/>
            <a:ext cx="9144000" cy="85358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Agentic AI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A0E917-B652-2EA1-CC06-D05579C037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1024759"/>
            <a:ext cx="9837683" cy="4233041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Agentic AI refers to AI systems that go beyond passive prediction or response. They can act autonomously, make decisions, and execute multi-step goals on behalf of users.</a:t>
            </a:r>
          </a:p>
          <a:p>
            <a:pPr algn="l"/>
            <a:endParaRPr lang="en-US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Autonomous Action: </a:t>
            </a:r>
            <a:r>
              <a:rPr lang="en-US" dirty="0"/>
              <a:t>Operates without constant human prompts.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Goal-Oriented: </a:t>
            </a:r>
            <a:r>
              <a:rPr lang="en-US" dirty="0"/>
              <a:t>Works toward defined objectives rather than single responses.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Adaptive: </a:t>
            </a:r>
            <a:r>
              <a:rPr lang="en-US" dirty="0"/>
              <a:t>Adjusts behavior based on feedback and changing environments.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b="1" dirty="0"/>
              <a:t>Tool-Using: </a:t>
            </a:r>
            <a:r>
              <a:rPr lang="en-US" dirty="0"/>
              <a:t>Can call APIs, interact with software, or trigger workflows.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/>
            <a:r>
              <a:rPr lang="en-US" dirty="0"/>
              <a:t>Agentic AI shifts AI from being a “copilot” that answers questions → to an active collaborator that plans, executes, and learns across tasks.</a:t>
            </a:r>
          </a:p>
        </p:txBody>
      </p:sp>
    </p:spTree>
    <p:extLst>
      <p:ext uri="{BB962C8B-B14F-4D97-AF65-F5344CB8AC3E}">
        <p14:creationId xmlns:p14="http://schemas.microsoft.com/office/powerpoint/2010/main" val="2157647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7C3F5-4423-D326-AC82-8D6B931B0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D65C3-7ACD-1979-E160-BBF7C9FE0D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5941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273</Words>
  <Application>Microsoft Office PowerPoint</Application>
  <PresentationFormat>Widescreen</PresentationFormat>
  <Paragraphs>23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Large Language Models (LLMs)</vt:lpstr>
      <vt:lpstr>Agentic AI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Leonardo Lawrence</dc:creator>
  <cp:lastModifiedBy>Leonardo Lawrence</cp:lastModifiedBy>
  <cp:revision>1</cp:revision>
  <dcterms:created xsi:type="dcterms:W3CDTF">2025-09-22T22:02:12Z</dcterms:created>
  <dcterms:modified xsi:type="dcterms:W3CDTF">2025-09-22T22:16:54Z</dcterms:modified>
</cp:coreProperties>
</file>